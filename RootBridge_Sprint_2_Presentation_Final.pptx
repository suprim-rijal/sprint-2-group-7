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79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1430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</a:rPr>
              <a:t>SPRINT 2 PRESENTATION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164592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10B981"/>
                </a:solidFill>
              </a:rPr>
              <a:t>RootBridge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1280160" y="233172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814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Heritage Language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0814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463040" y="406908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65569"/>
                </a:solidFill>
              </a:rPr>
              <a:t>Team 7: Suprim, Hairaat, Biplov, Navin, Anubhav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92040" y="4754880"/>
            <a:ext cx="2377440" cy="347472"/>
          </a:xfrm>
          <a:prstGeom prst="roundRect">
            <a:avLst>
              <a:gd name="adj" fmla="val 31579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83480" y="4828032"/>
            <a:ext cx="2194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</a:rPr>
              <a:t>SEPTEMBER 2026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784080" y="65196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RootBridge • Sprint 2 • 1/10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814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Sprint 1 Recap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42416"/>
            <a:ext cx="11064240" cy="0"/>
          </a:xfrm>
          <a:prstGeom prst="line">
            <a:avLst/>
          </a:prstGeom>
          <a:noFill/>
          <a:ln w="2794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11556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65569"/>
                </a:solidFill>
              </a:rPr>
              <a:t>What we carried into Sprint 2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892808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493776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465569"/>
                </a:solidFill>
              </a:rPr>
              <a:t>Established the core concept and vision for heritage language learning.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58368" y="2624328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14600"/>
            <a:ext cx="493776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465569"/>
                </a:solidFill>
              </a:rPr>
              <a:t>Mapped the initial UI/UX wireframes and foundational user journey.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58368" y="3355848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46120"/>
            <a:ext cx="493776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465569"/>
                </a:solidFill>
              </a:rPr>
              <a:t>Defined the colour palette, typography, and cultural aesthetics.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58368" y="4087368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977640"/>
            <a:ext cx="493776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465569"/>
                </a:solidFill>
              </a:rPr>
              <a:t>Created a static Figma prototype to guide Sprint 2 development.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0" y="1463040"/>
            <a:ext cx="4480560" cy="41148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65392" y="1627632"/>
            <a:ext cx="4151376" cy="320040"/>
          </a:xfrm>
          <a:prstGeom prst="rect">
            <a:avLst/>
          </a:prstGeom>
          <a:solidFill>
            <a:srgbClr val="081427"/>
          </a:solidFill>
          <a:ln w="12700">
            <a:solidFill>
              <a:srgbClr val="0814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1719072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12280" y="1719072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1719072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2121408"/>
            <a:ext cx="4151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1427"/>
                </a:solidFill>
              </a:rPr>
              <a:t>Sprint 1 Prototype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84848" y="2532888"/>
            <a:ext cx="3712464" cy="530352"/>
          </a:xfrm>
          <a:prstGeom prst="roundRect">
            <a:avLst>
              <a:gd name="adj" fmla="val 1379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26883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RootBridge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84848" y="3291840"/>
            <a:ext cx="3712464" cy="301752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84848" y="3803904"/>
            <a:ext cx="3712464" cy="301752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84848" y="4315968"/>
            <a:ext cx="3712464" cy="301752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58064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</a:rPr>
              <a:t>FROM CONCEPT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726680" y="580644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465569"/>
                </a:solidFill>
              </a:rPr>
              <a:t>→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065008" y="5806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3B82F6"/>
                </a:solidFill>
              </a:rPr>
              <a:t>TO CODED APPLICATION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784080" y="65196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RootBridge • Sprint 2 • 2/10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814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Sprint 2 Goals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42416"/>
            <a:ext cx="11064240" cy="0"/>
          </a:xfrm>
          <a:prstGeom prst="line">
            <a:avLst/>
          </a:prstGeom>
          <a:noFill/>
          <a:ln w="2794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11556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65569"/>
                </a:solidFill>
              </a:rPr>
              <a:t>Three workstreams linked back to the Sprint 1 prototype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3401568" cy="4160520"/>
          </a:xfrm>
          <a:prstGeom prst="roundRect">
            <a:avLst>
              <a:gd name="adj" fmla="val 32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47672" y="1938528"/>
            <a:ext cx="640080" cy="64008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39112" y="20574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</a:rPr>
              <a:t>⚛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28803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</a:rPr>
              <a:t>Front-End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50976" y="3429000"/>
            <a:ext cx="263347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465569"/>
                </a:solidFill>
              </a:rPr>
              <a:t>Build React routing, implement role-based mock auth, and separate Dashboard vs. Learn pages.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315968" y="1600200"/>
            <a:ext cx="3401568" cy="4160520"/>
          </a:xfrm>
          <a:prstGeom prst="roundRect">
            <a:avLst>
              <a:gd name="adj" fmla="val 32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96712" y="1938528"/>
            <a:ext cx="640080" cy="64008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88152" y="20574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B82F6"/>
                </a:solidFill>
              </a:rPr>
              <a:t>JS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90288" y="28803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</a:rPr>
              <a:t>Back-End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00016" y="3429000"/>
            <a:ext cx="263347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465569"/>
                </a:solidFill>
              </a:rPr>
              <a:t>Define Node.js/Express architecture and create mock API endpoints for frontend development.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065008" y="1600200"/>
            <a:ext cx="3401568" cy="4160520"/>
          </a:xfrm>
          <a:prstGeom prst="roundRect">
            <a:avLst>
              <a:gd name="adj" fmla="val 32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445752" y="1938528"/>
            <a:ext cx="640080" cy="64008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37192" y="20574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5CF6"/>
                </a:solidFill>
              </a:rPr>
              <a:t>AI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39328" y="28803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5CF6"/>
                </a:solidFill>
              </a:rPr>
              <a:t>AI Integration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49056" y="3429000"/>
            <a:ext cx="263347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465569"/>
                </a:solidFill>
              </a:rPr>
              <a:t>Finalize prompt structures for cultural facts, vocabulary, speech and pronunciation support.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784080" y="65196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RootBridge • Sprint 2 • 3/10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814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Front-End Progress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42416"/>
            <a:ext cx="11064240" cy="0"/>
          </a:xfrm>
          <a:prstGeom prst="line">
            <a:avLst/>
          </a:prstGeom>
          <a:noFill/>
          <a:ln w="2794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11556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65569"/>
                </a:solidFill>
              </a:rPr>
              <a:t>From static UI to a navigable React experience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52120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465569"/>
                </a:solidFill>
              </a:rPr>
              <a:t>Universal Auth UI with role selection for Child and Parent; Teacher/Admin planned for Sprint 3.</a:t>
            </a:r>
            <a:endParaRPr lang="en-US" sz="1440" dirty="0"/>
          </a:p>
        </p:txBody>
      </p:sp>
      <p:sp>
        <p:nvSpPr>
          <p:cNvPr id="7" name="Shape 5"/>
          <p:cNvSpPr/>
          <p:nvPr/>
        </p:nvSpPr>
        <p:spPr>
          <a:xfrm>
            <a:off x="658368" y="2395728"/>
            <a:ext cx="118872" cy="1188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52120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465569"/>
                </a:solidFill>
              </a:rPr>
              <a:t>Interactive onboarding for language choice, pace, mode and welcome animation.</a:t>
            </a:r>
            <a:endParaRPr lang="en-US" sz="1440" dirty="0"/>
          </a:p>
        </p:txBody>
      </p:sp>
      <p:sp>
        <p:nvSpPr>
          <p:cNvPr id="9" name="Shape 7"/>
          <p:cNvSpPr/>
          <p:nvPr/>
        </p:nvSpPr>
        <p:spPr>
          <a:xfrm>
            <a:off x="658368" y="3127248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17520"/>
            <a:ext cx="52120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465569"/>
                </a:solidFill>
              </a:rPr>
              <a:t>Distinct Parent and Child views with toggle functionality.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658368" y="3858768"/>
            <a:ext cx="118872" cy="1188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749040"/>
            <a:ext cx="52120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465569"/>
                </a:solidFill>
              </a:rPr>
              <a:t>Cultural Passport profile for children: avatar, name and mode switch.</a:t>
            </a:r>
            <a:endParaRPr lang="en-US" sz="1440" dirty="0"/>
          </a:p>
        </p:txBody>
      </p:sp>
      <p:sp>
        <p:nvSpPr>
          <p:cNvPr id="13" name="Shape 11"/>
          <p:cNvSpPr/>
          <p:nvPr/>
        </p:nvSpPr>
        <p:spPr>
          <a:xfrm>
            <a:off x="6583680" y="1508760"/>
            <a:ext cx="4297680" cy="4343400"/>
          </a:xfrm>
          <a:prstGeom prst="roundRect">
            <a:avLst>
              <a:gd name="adj" fmla="val 255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17739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1427"/>
                </a:solidFill>
              </a:rPr>
              <a:t>User Flow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059168" y="2423160"/>
            <a:ext cx="640080" cy="64008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50608" y="25420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</a:rPr>
              <a:t>🔐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76288" y="31729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1427"/>
                </a:solidFill>
              </a:rPr>
              <a:t>Auth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27848" y="256946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549640" y="3474720"/>
            <a:ext cx="640080" cy="64008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41080" y="35935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B82F6"/>
                </a:solidFill>
              </a:rPr>
              <a:t>🧭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66760" y="42245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1427"/>
                </a:solidFill>
              </a:rPr>
              <a:t>Onboard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418320" y="362102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040112" y="4526280"/>
            <a:ext cx="640080" cy="64008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31552" y="46451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5CF6"/>
                </a:solidFill>
              </a:rPr>
              <a:t>📚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857232" y="527608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1427"/>
                </a:solidFill>
              </a:rPr>
              <a:t>Dashboard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784080" y="65196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RootBridge • Sprint 2 • 4/10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814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Back-End Progress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42416"/>
            <a:ext cx="11064240" cy="0"/>
          </a:xfrm>
          <a:prstGeom prst="line">
            <a:avLst/>
          </a:prstGeom>
          <a:noFill/>
          <a:ln w="2794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11556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65569"/>
                </a:solidFill>
              </a:rPr>
              <a:t>Mock services created to support frontend development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49808" y="1600200"/>
            <a:ext cx="4617720" cy="4069080"/>
          </a:xfrm>
          <a:prstGeom prst="roundRect">
            <a:avLst>
              <a:gd name="adj" fmla="val 269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828800"/>
            <a:ext cx="4187952" cy="365760"/>
          </a:xfrm>
          <a:prstGeom prst="rect">
            <a:avLst/>
          </a:prstGeom>
          <a:solidFill>
            <a:srgbClr val="081427"/>
          </a:solidFill>
          <a:ln w="12700">
            <a:solidFill>
              <a:srgbClr val="0814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6424" y="193852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Postman Collection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42416" y="2468880"/>
            <a:ext cx="402336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58775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</a:rPr>
              <a:t>GET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91640" y="2578608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65569"/>
                </a:solidFill>
              </a:rPr>
              <a:t>/api/dashboard/streak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453128" y="2578608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</a:rPr>
              <a:t>200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042416" y="3063240"/>
            <a:ext cx="402336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18211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</a:rPr>
              <a:t>GET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691640" y="3172968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65569"/>
                </a:solidFill>
              </a:rPr>
              <a:t>/api/dashboard/word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453128" y="3172968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</a:rPr>
              <a:t>200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042416" y="3657600"/>
            <a:ext cx="402336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37764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82F6"/>
                </a:solidFill>
              </a:rPr>
              <a:t>POST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691640" y="3767328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65569"/>
                </a:solidFill>
              </a:rPr>
              <a:t>/api/auth/mock-login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453128" y="3767328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</a:rPr>
              <a:t>200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042416" y="4251960"/>
            <a:ext cx="402336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437083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</a:rPr>
              <a:t>GET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91640" y="4361688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65569"/>
                </a:solidFill>
              </a:rPr>
              <a:t>/api/session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453128" y="4361688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</a:rPr>
              <a:t>200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17920" y="1892808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1783080"/>
            <a:ext cx="484632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465569"/>
                </a:solidFill>
              </a:rPr>
              <a:t>Established Node.js / Express folder structure and routing logic.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217920" y="2715768"/>
            <a:ext cx="118872" cy="1188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3952" y="2606040"/>
            <a:ext cx="484632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465569"/>
                </a:solidFill>
              </a:rPr>
              <a:t>Created mock auth and session state controllers for the React UI.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217920" y="3538728"/>
            <a:ext cx="118872" cy="1188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3429000"/>
            <a:ext cx="484632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465569"/>
                </a:solidFill>
              </a:rPr>
              <a:t>Developed mock endpoints for dashboard widgets like Streak and Word of the Day.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6217920" y="4361688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3952" y="4251960"/>
            <a:ext cx="484632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465569"/>
                </a:solidFill>
              </a:rPr>
              <a:t>Tested local API data fetching with Postman collections.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784080" y="65196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RootBridge • Sprint 2 • 5/10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814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Alignment with Sprint 1 Prototype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42416"/>
            <a:ext cx="11064240" cy="0"/>
          </a:xfrm>
          <a:prstGeom prst="line">
            <a:avLst/>
          </a:prstGeom>
          <a:noFill/>
          <a:ln w="2794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11556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65569"/>
                </a:solidFill>
              </a:rPr>
              <a:t>What stayed aligned — and what changed intentionally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5074920" cy="397764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1965960"/>
            <a:ext cx="640080" cy="64008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0848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</a:rPr>
              <a:t>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65960" y="20116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59669"/>
                </a:solidFill>
              </a:rPr>
              <a:t>Aligned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965960" y="235915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65569"/>
                </a:solidFill>
              </a:rPr>
              <a:t>Visual identity, cultural aesthetics, and the core user journey stayed consistent with the Sprint 1 prototype.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1234440" y="3246120"/>
            <a:ext cx="3840480" cy="1691640"/>
          </a:xfrm>
          <a:prstGeom prst="roundRect">
            <a:avLst>
              <a:gd name="adj" fmla="val 648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99032" y="3410712"/>
            <a:ext cx="3511296" cy="320040"/>
          </a:xfrm>
          <a:prstGeom prst="rect">
            <a:avLst/>
          </a:prstGeom>
          <a:solidFill>
            <a:srgbClr val="081427"/>
          </a:solidFill>
          <a:ln w="12700">
            <a:solidFill>
              <a:srgbClr val="0814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08760" y="3502152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0" y="3502152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83080" y="3502152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99032" y="3904488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1427"/>
                </a:solidFill>
              </a:rPr>
              <a:t>Prototype → Build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18488" y="4315968"/>
            <a:ext cx="3072384" cy="530352"/>
          </a:xfrm>
          <a:prstGeom prst="roundRect">
            <a:avLst>
              <a:gd name="adj" fmla="val 1379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447141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RootBridge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18488" y="5074920"/>
            <a:ext cx="3072384" cy="301752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18488" y="5586984"/>
            <a:ext cx="3072384" cy="301752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18488" y="6099048"/>
            <a:ext cx="3072384" cy="301752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1554480"/>
            <a:ext cx="5074920" cy="397764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20840" y="1965960"/>
            <a:ext cx="640080" cy="64008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0848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B82F6"/>
                </a:solidFill>
              </a:rPr>
              <a:t>🔀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543800" y="20116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3B82F6"/>
                </a:solidFill>
              </a:rPr>
              <a:t>Intentional Deviations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543800" y="2359152"/>
            <a:ext cx="3429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65569"/>
                </a:solidFill>
              </a:rPr>
              <a:t>Separated Dashboard from Learning Paths for cleaner UX; restricted Cultural Passport to the Child view.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6949440" y="3429000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77456" y="3602736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</a:rPr>
              <a:t>Dashboard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339328" y="3675888"/>
            <a:ext cx="6858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189720" y="3429000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45168" y="3602736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B82F6"/>
                </a:solidFill>
              </a:rPr>
              <a:t>Learn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784080" y="65196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RootBridge • Sprint 2 • 6/10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814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Sprint Ceremony Insights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42416"/>
            <a:ext cx="11064240" cy="0"/>
          </a:xfrm>
          <a:prstGeom prst="line">
            <a:avLst/>
          </a:prstGeom>
          <a:noFill/>
          <a:ln w="2794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11556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65569"/>
                </a:solidFill>
              </a:rPr>
              <a:t>Daily Scrum, Sprint Review, and Retrospective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572768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819656"/>
            <a:ext cx="640080" cy="64008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9385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9E0B"/>
                </a:solidFill>
              </a:rPr>
              <a:t>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19072" y="17830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59E0B"/>
                </a:solidFill>
              </a:rPr>
              <a:t>Daily Scrum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719072" y="213055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65569"/>
                </a:solidFill>
              </a:rPr>
              <a:t>We used team check-ins to coordinate frontend, backend and UI tasks, clarify blockers, and keep the Sprint 2 build moving.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6263640" y="1572768"/>
            <a:ext cx="5257800" cy="1143000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1819656"/>
            <a:ext cx="640080" cy="64008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9385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B82F6"/>
                </a:solidFill>
              </a:rPr>
              <a:t>💬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96912" y="17830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3B82F6"/>
                </a:solidFill>
              </a:rPr>
              <a:t>Sprint Review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296912" y="213055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65569"/>
                </a:solidFill>
              </a:rPr>
              <a:t>We compared the coded React app against the Sprint 1 prototype and identified the UX changes needed for Sprint 3.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685800" y="3090672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3364992"/>
            <a:ext cx="640080" cy="64008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48386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</a:rPr>
              <a:t>👍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45920" y="34107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</a:rPr>
              <a:t>Liked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45920" y="3758184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65569"/>
                </a:solidFill>
              </a:rPr>
              <a:t>React modularity made dual dashboards efficient.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6263640" y="3090672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92240" y="3364992"/>
            <a:ext cx="640080" cy="64008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348386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B82F6"/>
                </a:solidFill>
              </a:rPr>
              <a:t>💡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23760" y="34107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3B82F6"/>
                </a:solidFill>
              </a:rPr>
              <a:t>Learned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223760" y="3758184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65569"/>
                </a:solidFill>
              </a:rPr>
              <a:t>Role-switching state can be complex without a live database.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685800" y="4681728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4400" y="4956048"/>
            <a:ext cx="640080" cy="64008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50749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9E0B"/>
                </a:solidFill>
              </a:rPr>
              <a:t>⏳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45920" y="5001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59E0B"/>
                </a:solidFill>
              </a:rPr>
              <a:t>Lacked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645920" y="5349240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65569"/>
                </a:solidFill>
              </a:rPr>
              <a:t>Not enough time to fully wire live backend auth.</a:t>
            </a:r>
            <a:endParaRPr lang="en-US" sz="1320" dirty="0"/>
          </a:p>
        </p:txBody>
      </p:sp>
      <p:sp>
        <p:nvSpPr>
          <p:cNvPr id="30" name="Shape 28"/>
          <p:cNvSpPr/>
          <p:nvPr/>
        </p:nvSpPr>
        <p:spPr>
          <a:xfrm>
            <a:off x="6263640" y="4681728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92240" y="4956048"/>
            <a:ext cx="640080" cy="64008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50749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5CF6"/>
                </a:solidFill>
              </a:rPr>
              <a:t>✨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223760" y="5001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8B5CF6"/>
                </a:solidFill>
              </a:rPr>
              <a:t>Longed For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223760" y="5349240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65569"/>
                </a:solidFill>
              </a:rPr>
              <a:t>More time for advanced Framer Motion micro-interactions.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9784080" y="65196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RootBridge • Sprint 2 • 7/10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814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Looking Ahead: Sprint 3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42416"/>
            <a:ext cx="11064240" cy="0"/>
          </a:xfrm>
          <a:prstGeom prst="line">
            <a:avLst/>
          </a:prstGeom>
          <a:noFill/>
          <a:ln w="2794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11556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65569"/>
                </a:solidFill>
              </a:rPr>
              <a:t>Remaining tasks and next sprint roadmap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261872" y="2331720"/>
            <a:ext cx="9454896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011680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213055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8163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81427"/>
                </a:solidFill>
              </a:rPr>
              <a:t>Live backend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30906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65569"/>
                </a:solidFill>
              </a:rPr>
              <a:t>Replace mock APIs with a Node.js/Express backend connected to MySQL.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28160" y="2011680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47032" y="213055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👥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16680" y="28163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81427"/>
                </a:solidFill>
              </a:rPr>
              <a:t>More roles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825240" y="30906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65569"/>
                </a:solidFill>
              </a:rPr>
              <a:t>Build Teacher and Admin user interfaces and logic.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650480" y="2011680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69352" y="213055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🤖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39000" y="28163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81427"/>
                </a:solidFill>
              </a:rPr>
              <a:t>LLM widgets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147560" y="30906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65569"/>
                </a:solidFill>
              </a:rPr>
              <a:t>Use an actual LLM API for cultural facts and vocabulary content.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972800" y="2011680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091672" y="213055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🔗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561320" y="28163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81427"/>
                </a:solidFill>
              </a:rPr>
              <a:t>Join a Class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469880" y="30906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65569"/>
                </a:solidFill>
              </a:rPr>
              <a:t>Implement backend logic and student–teacher linking.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828800" y="5074920"/>
            <a:ext cx="8595360" cy="685800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48840" y="528523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</a:rPr>
              <a:t>Key risk to manage: replacing mocks with real persistence while keeping the frontend stable.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84080" y="65196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RootBridge • Sprint 2 • 8/10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814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Contributions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42416"/>
            <a:ext cx="11064240" cy="0"/>
          </a:xfrm>
          <a:prstGeom prst="line">
            <a:avLst/>
          </a:prstGeom>
          <a:noFill/>
          <a:ln w="2794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11556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65569"/>
                </a:solidFill>
              </a:rPr>
              <a:t>How Sprint 2 work was divided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508760"/>
            <a:ext cx="108356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508760"/>
            <a:ext cx="1083564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700784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1427"/>
                </a:solidFill>
              </a:rPr>
              <a:t>Team Member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29000" y="1700784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1427"/>
                </a:solidFill>
              </a:rPr>
              <a:t>Key Sprint 2 Contributions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2075688"/>
            <a:ext cx="10835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33172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1427"/>
                </a:solidFill>
              </a:rPr>
              <a:t>Suprim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227685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65569"/>
                </a:solidFill>
              </a:rPr>
              <a:t>React routing architecture, separated Dashboard/Learning views, course design and backend support.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685800" y="2862072"/>
            <a:ext cx="10835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3118104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1427"/>
                </a:solidFill>
              </a:rPr>
              <a:t>Hairaat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306324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65569"/>
                </a:solidFill>
              </a:rPr>
              <a:t>UI work, role-selection dropdowns, onboarding screens and frontend support.</a:t>
            </a:r>
            <a:endParaRPr lang="en-US" sz="1160" dirty="0"/>
          </a:p>
        </p:txBody>
      </p:sp>
      <p:sp>
        <p:nvSpPr>
          <p:cNvPr id="15" name="Shape 13"/>
          <p:cNvSpPr/>
          <p:nvPr/>
        </p:nvSpPr>
        <p:spPr>
          <a:xfrm>
            <a:off x="685800" y="3648456"/>
            <a:ext cx="10835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3904488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1427"/>
                </a:solidFill>
              </a:rPr>
              <a:t>Biplov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384962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65569"/>
                </a:solidFill>
              </a:rPr>
              <a:t>Teacher module integration, UI and frontend improvements.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685800" y="4434840"/>
            <a:ext cx="10835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" y="4690872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1427"/>
                </a:solidFill>
              </a:rPr>
              <a:t>Navin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29000" y="463600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65569"/>
                </a:solidFill>
              </a:rPr>
              <a:t>Dashboard widgets, onboarding flow, design and Parent/Child state logic.</a:t>
            </a:r>
            <a:endParaRPr lang="en-US" sz="1160" dirty="0"/>
          </a:p>
        </p:txBody>
      </p:sp>
      <p:sp>
        <p:nvSpPr>
          <p:cNvPr id="21" name="Shape 19"/>
          <p:cNvSpPr/>
          <p:nvPr/>
        </p:nvSpPr>
        <p:spPr>
          <a:xfrm>
            <a:off x="685800" y="5221224"/>
            <a:ext cx="10835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5477256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1427"/>
                </a:solidFill>
              </a:rPr>
              <a:t>Anubhav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29000" y="542239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65569"/>
                </a:solidFill>
              </a:rPr>
              <a:t>Cultural data, routes, backend support and responsive CSS adjustments.</a:t>
            </a:r>
            <a:endParaRPr lang="en-US" sz="1160" dirty="0"/>
          </a:p>
        </p:txBody>
      </p:sp>
      <p:sp>
        <p:nvSpPr>
          <p:cNvPr id="24" name="Text 22"/>
          <p:cNvSpPr/>
          <p:nvPr/>
        </p:nvSpPr>
        <p:spPr>
          <a:xfrm>
            <a:off x="9784080" y="65196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RootBridge • Sprint 2 • 9/10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18745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10B981"/>
                </a:solidFill>
              </a:rPr>
              <a:t>Thank You!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1508760" y="30632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65569"/>
                </a:solidFill>
              </a:rPr>
              <a:t>We moved RootBridge from a static design to a dynamic, navigable React application.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417320" y="406908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81912" y="4261104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81427"/>
                </a:solidFill>
              </a:rPr>
              <a:t>Dynamic frontend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645920" y="45537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65569"/>
                </a:solidFill>
              </a:rPr>
              <a:t>React routing + role-based mock auth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63440" y="406908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4261104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81427"/>
                </a:solidFill>
              </a:rPr>
              <a:t>Scalable structure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92040" y="45537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65569"/>
                </a:solidFill>
              </a:rPr>
              <a:t>Dashboard, Learn, and child-focused Cultural Passport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909560" y="406908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74152" y="4261104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81427"/>
                </a:solidFill>
              </a:rPr>
              <a:t>Ready for Sprint 3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138160" y="45537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65569"/>
                </a:solidFill>
              </a:rPr>
              <a:t>Live backend, MySQL and LLM integration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0" y="5532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1427"/>
                </a:solidFill>
              </a:rPr>
              <a:t>Questions?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784080" y="65196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RootBridge • Sprint 2 • 10/10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765</Words>
  <Application>Microsoft Office PowerPoint</Application>
  <PresentationFormat>Widescreen</PresentationFormat>
  <Paragraphs>152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RootBridge Sprint 2 Presentation</dc:title>
  <dc:subject>RootBridge Sprint 2 Presentation</dc:subject>
  <dc:creator>OpenAI</dc:creator>
  <cp:lastModifiedBy>Suprim Rijal</cp:lastModifiedBy>
  <cp:revision>1</cp:revision>
  <dcterms:created xsi:type="dcterms:W3CDTF">2026-09-16T19:01:12Z</dcterms:created>
  <dcterms:modified xsi:type="dcterms:W3CDTF">2026-09-16T19:11:51Z</dcterms:modified>
</cp:coreProperties>
</file>